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Scheme D Architecture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Why Scheme D?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0" y="18288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0" y="3657600"/>
            <a:ext cx="5029200" cy="18288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2026-08-05T07:42:29Z</dcterms:created>
  <dcterms:modified xsi:type="dcterms:W3CDTF">2026-08-05T07:42:29Z</dcterms:modified>
</cp:coreProperties>
</file>